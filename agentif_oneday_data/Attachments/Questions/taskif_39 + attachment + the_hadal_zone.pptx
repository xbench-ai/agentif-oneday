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4" r:id="rId13"/>
    <p:sldId id="265" r:id="rId14"/>
  </p:sldIdLst>
  <p:sldSz cx="14630400" cy="8229600"/>
  <p:notesSz cx="8229600" cy="14630400"/>
  <p:embeddedFontLst>
    <p:embeddedFont>
      <p:font typeface="Montserrat" pitchFamily="34" charset="0"/>
      <p:bold r:id="rId18"/>
    </p:embeddedFont>
    <p:embeddedFont>
      <p:font typeface="Montserrat" pitchFamily="34" charset="-122"/>
      <p:bold r:id="rId19"/>
    </p:embeddedFont>
    <p:embeddedFont>
      <p:font typeface="Montserrat" pitchFamily="34" charset="-120"/>
      <p:bold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  <p:embeddedFont>
      <p:font typeface="等线" panose="02010600030101010101" charset="-122"/>
      <p:regular r:id="rId25"/>
    </p:embeddedFont>
    <p:embeddedFont>
      <p:font typeface="Calibri Light" panose="020F0302020204030204" charset="0"/>
      <p:regular r:id="rId26"/>
      <p:italic r:id="rId27"/>
    </p:embeddedFont>
    <p:embeddedFont>
      <p:font typeface="等线 Light" panose="02010600030101010101" charset="-122"/>
      <p:regular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0" Type="http://schemas.openxmlformats.org/officeDocument/2006/relationships/tags" Target="../tags/tag26.xml"/><Relationship Id="rId2" Type="http://schemas.openxmlformats.org/officeDocument/2006/relationships/tags" Target="../tags/tag8.xml"/><Relationship Id="rId19" Type="http://schemas.openxmlformats.org/officeDocument/2006/relationships/tags" Target="../tags/tag25.xml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内容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731520" y="640080"/>
            <a:ext cx="13167360" cy="73152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9" hasCustomPrompt="1"/>
            <p:custDataLst>
              <p:tags r:id="rId3"/>
            </p:custDataLst>
          </p:nvPr>
        </p:nvSpPr>
        <p:spPr>
          <a:xfrm>
            <a:off x="731520" y="1828800"/>
            <a:ext cx="4145280" cy="493776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731520" y="7132320"/>
            <a:ext cx="4145280" cy="36576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5"/>
            </p:custDataLst>
          </p:nvPr>
        </p:nvSpPr>
        <p:spPr>
          <a:xfrm>
            <a:off x="5242560" y="1828800"/>
            <a:ext cx="4145280" cy="493776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242560" y="7132320"/>
            <a:ext cx="4145280" cy="36576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idx="16391" hasCustomPrompt="1"/>
            <p:custDataLst>
              <p:tags r:id="rId7"/>
            </p:custDataLst>
          </p:nvPr>
        </p:nvSpPr>
        <p:spPr>
          <a:xfrm>
            <a:off x="9753600" y="1828800"/>
            <a:ext cx="4145280" cy="493776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9753600" y="7132320"/>
            <a:ext cx="4145280" cy="36576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内容配文_6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731520" y="640080"/>
            <a:ext cx="13167360" cy="73152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8" hasCustomPrompt="1"/>
            <p:custDataLst>
              <p:tags r:id="rId3"/>
            </p:custDataLst>
          </p:nvPr>
        </p:nvSpPr>
        <p:spPr>
          <a:xfrm>
            <a:off x="731520" y="1828800"/>
            <a:ext cx="1828800" cy="2651760"/>
          </a:xfrm>
          <a:custGeom>
            <a:avLst/>
            <a:gdLst>
              <a:gd name="connisteX0" fmla="*/ 0 w 1524000"/>
              <a:gd name="connsiteY0" fmla="*/ 203200 h 2209800"/>
              <a:gd name="connisteX1" fmla="*/ 203200 w 1524000"/>
              <a:gd name="connsiteY1" fmla="*/ 0 h 2209800"/>
              <a:gd name="connisteX2" fmla="*/ 1320800 w 1524000"/>
              <a:gd name="connsiteY2" fmla="*/ 0 h 2209800"/>
              <a:gd name="connisteX3" fmla="*/ 1524000 w 1524000"/>
              <a:gd name="connsiteY3" fmla="*/ 203200 h 2209800"/>
              <a:gd name="connisteX4" fmla="*/ 1524000 w 1524000"/>
              <a:gd name="connsiteY4" fmla="*/ 2006600 h 2209800"/>
              <a:gd name="connisteX5" fmla="*/ 1320800 w 1524000"/>
              <a:gd name="connsiteY5" fmla="*/ 2209800 h 2209800"/>
              <a:gd name="connisteX6" fmla="*/ 203200 w 1524000"/>
              <a:gd name="connsiteY6" fmla="*/ 2209800 h 2209800"/>
              <a:gd name="connisteX7" fmla="*/ 0 w 1524000"/>
              <a:gd name="connsiteY7" fmla="*/ 2006600 h 2209800"/>
              <a:gd name="connisteX8" fmla="*/ 0 w 152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926080" y="1828800"/>
            <a:ext cx="1950720" cy="48768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2926080" y="2499360"/>
            <a:ext cx="1950720" cy="1828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内容占位符 9"/>
          <p:cNvSpPr>
            <a:spLocks noGrp="1"/>
          </p:cNvSpPr>
          <p:nvPr>
            <p:ph idx="16399" hasCustomPrompt="1"/>
            <p:custDataLst>
              <p:tags r:id="rId6"/>
            </p:custDataLst>
          </p:nvPr>
        </p:nvSpPr>
        <p:spPr>
          <a:xfrm>
            <a:off x="5242560" y="1828800"/>
            <a:ext cx="1828800" cy="2651760"/>
          </a:xfrm>
          <a:custGeom>
            <a:avLst/>
            <a:gdLst>
              <a:gd name="connisteX0" fmla="*/ 0 w 1524000"/>
              <a:gd name="connsiteY0" fmla="*/ 203200 h 2209800"/>
              <a:gd name="connisteX1" fmla="*/ 203200 w 1524000"/>
              <a:gd name="connsiteY1" fmla="*/ 0 h 2209800"/>
              <a:gd name="connisteX2" fmla="*/ 1320800 w 1524000"/>
              <a:gd name="connsiteY2" fmla="*/ 0 h 2209800"/>
              <a:gd name="connisteX3" fmla="*/ 1524000 w 1524000"/>
              <a:gd name="connsiteY3" fmla="*/ 203200 h 2209800"/>
              <a:gd name="connisteX4" fmla="*/ 1524000 w 1524000"/>
              <a:gd name="connsiteY4" fmla="*/ 2006600 h 2209800"/>
              <a:gd name="connisteX5" fmla="*/ 1320800 w 1524000"/>
              <a:gd name="connsiteY5" fmla="*/ 2209800 h 2209800"/>
              <a:gd name="connisteX6" fmla="*/ 203200 w 1524000"/>
              <a:gd name="connsiteY6" fmla="*/ 2209800 h 2209800"/>
              <a:gd name="connisteX7" fmla="*/ 0 w 1524000"/>
              <a:gd name="connsiteY7" fmla="*/ 2006600 h 2209800"/>
              <a:gd name="connisteX8" fmla="*/ 0 w 152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437120" y="1828800"/>
            <a:ext cx="1950720" cy="48768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7437120" y="2499360"/>
            <a:ext cx="1950720" cy="1828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400" hasCustomPrompt="1"/>
            <p:custDataLst>
              <p:tags r:id="rId9"/>
            </p:custDataLst>
          </p:nvPr>
        </p:nvSpPr>
        <p:spPr>
          <a:xfrm>
            <a:off x="9753600" y="1828800"/>
            <a:ext cx="1828800" cy="2651760"/>
          </a:xfrm>
          <a:custGeom>
            <a:avLst/>
            <a:gdLst>
              <a:gd name="connisteX0" fmla="*/ 0 w 1524000"/>
              <a:gd name="connsiteY0" fmla="*/ 203200 h 2209800"/>
              <a:gd name="connisteX1" fmla="*/ 203200 w 1524000"/>
              <a:gd name="connsiteY1" fmla="*/ 0 h 2209800"/>
              <a:gd name="connisteX2" fmla="*/ 1320800 w 1524000"/>
              <a:gd name="connsiteY2" fmla="*/ 0 h 2209800"/>
              <a:gd name="connisteX3" fmla="*/ 1524000 w 1524000"/>
              <a:gd name="connsiteY3" fmla="*/ 203200 h 2209800"/>
              <a:gd name="connisteX4" fmla="*/ 1524000 w 1524000"/>
              <a:gd name="connsiteY4" fmla="*/ 2006600 h 2209800"/>
              <a:gd name="connisteX5" fmla="*/ 1320800 w 1524000"/>
              <a:gd name="connsiteY5" fmla="*/ 2209800 h 2209800"/>
              <a:gd name="connisteX6" fmla="*/ 203200 w 1524000"/>
              <a:gd name="connsiteY6" fmla="*/ 2209800 h 2209800"/>
              <a:gd name="connisteX7" fmla="*/ 0 w 1524000"/>
              <a:gd name="connsiteY7" fmla="*/ 2006600 h 2209800"/>
              <a:gd name="connisteX8" fmla="*/ 0 w 152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11948160" y="1828800"/>
            <a:ext cx="1950720" cy="48768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11948160" y="2499360"/>
            <a:ext cx="1950720" cy="1828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内容占位符 15"/>
          <p:cNvSpPr>
            <a:spLocks noGrp="1"/>
          </p:cNvSpPr>
          <p:nvPr>
            <p:ph idx="16401" hasCustomPrompt="1"/>
            <p:custDataLst>
              <p:tags r:id="rId12"/>
            </p:custDataLst>
          </p:nvPr>
        </p:nvSpPr>
        <p:spPr>
          <a:xfrm>
            <a:off x="731520" y="4846320"/>
            <a:ext cx="1828800" cy="2651760"/>
          </a:xfrm>
          <a:custGeom>
            <a:avLst/>
            <a:gdLst>
              <a:gd name="connisteX0" fmla="*/ 0 w 1524000"/>
              <a:gd name="connsiteY0" fmla="*/ 203200 h 2209800"/>
              <a:gd name="connisteX1" fmla="*/ 203200 w 1524000"/>
              <a:gd name="connsiteY1" fmla="*/ 0 h 2209800"/>
              <a:gd name="connisteX2" fmla="*/ 1320800 w 1524000"/>
              <a:gd name="connsiteY2" fmla="*/ 0 h 2209800"/>
              <a:gd name="connisteX3" fmla="*/ 1524000 w 1524000"/>
              <a:gd name="connsiteY3" fmla="*/ 203200 h 2209800"/>
              <a:gd name="connisteX4" fmla="*/ 1524000 w 1524000"/>
              <a:gd name="connsiteY4" fmla="*/ 2006600 h 2209800"/>
              <a:gd name="connisteX5" fmla="*/ 1320800 w 1524000"/>
              <a:gd name="connsiteY5" fmla="*/ 2209800 h 2209800"/>
              <a:gd name="connisteX6" fmla="*/ 203200 w 1524000"/>
              <a:gd name="connsiteY6" fmla="*/ 2209800 h 2209800"/>
              <a:gd name="connisteX7" fmla="*/ 0 w 1524000"/>
              <a:gd name="connsiteY7" fmla="*/ 2006600 h 2209800"/>
              <a:gd name="connisteX8" fmla="*/ 0 w 152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2926080" y="4846320"/>
            <a:ext cx="1950720" cy="48768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2926080" y="5516880"/>
            <a:ext cx="1950720" cy="1828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内容占位符 18"/>
          <p:cNvSpPr>
            <a:spLocks noGrp="1"/>
          </p:cNvSpPr>
          <p:nvPr>
            <p:ph idx="16402" hasCustomPrompt="1"/>
            <p:custDataLst>
              <p:tags r:id="rId15"/>
            </p:custDataLst>
          </p:nvPr>
        </p:nvSpPr>
        <p:spPr>
          <a:xfrm>
            <a:off x="5242560" y="4846320"/>
            <a:ext cx="1828800" cy="2651760"/>
          </a:xfrm>
          <a:custGeom>
            <a:avLst/>
            <a:gdLst>
              <a:gd name="connisteX0" fmla="*/ 0 w 1524000"/>
              <a:gd name="connsiteY0" fmla="*/ 203200 h 2209800"/>
              <a:gd name="connisteX1" fmla="*/ 203200 w 1524000"/>
              <a:gd name="connsiteY1" fmla="*/ 0 h 2209800"/>
              <a:gd name="connisteX2" fmla="*/ 1320800 w 1524000"/>
              <a:gd name="connsiteY2" fmla="*/ 0 h 2209800"/>
              <a:gd name="connisteX3" fmla="*/ 1524000 w 1524000"/>
              <a:gd name="connsiteY3" fmla="*/ 203200 h 2209800"/>
              <a:gd name="connisteX4" fmla="*/ 1524000 w 1524000"/>
              <a:gd name="connsiteY4" fmla="*/ 2006600 h 2209800"/>
              <a:gd name="connisteX5" fmla="*/ 1320800 w 1524000"/>
              <a:gd name="connsiteY5" fmla="*/ 2209800 h 2209800"/>
              <a:gd name="connisteX6" fmla="*/ 203200 w 1524000"/>
              <a:gd name="connsiteY6" fmla="*/ 2209800 h 2209800"/>
              <a:gd name="connisteX7" fmla="*/ 0 w 1524000"/>
              <a:gd name="connsiteY7" fmla="*/ 2006600 h 2209800"/>
              <a:gd name="connisteX8" fmla="*/ 0 w 152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437120" y="4846320"/>
            <a:ext cx="1950720" cy="48768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5" hasCustomPrompt="1"/>
            <p:custDataLst>
              <p:tags r:id="rId17"/>
            </p:custDataLst>
          </p:nvPr>
        </p:nvSpPr>
        <p:spPr>
          <a:xfrm>
            <a:off x="7437120" y="5516880"/>
            <a:ext cx="1950720" cy="1828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内容占位符 21"/>
          <p:cNvSpPr>
            <a:spLocks noGrp="1"/>
          </p:cNvSpPr>
          <p:nvPr>
            <p:ph idx="16403" hasCustomPrompt="1"/>
            <p:custDataLst>
              <p:tags r:id="rId18"/>
            </p:custDataLst>
          </p:nvPr>
        </p:nvSpPr>
        <p:spPr>
          <a:xfrm>
            <a:off x="9753600" y="4846320"/>
            <a:ext cx="1828800" cy="2651760"/>
          </a:xfrm>
          <a:custGeom>
            <a:avLst/>
            <a:gdLst>
              <a:gd name="connisteX0" fmla="*/ 0 w 1524000"/>
              <a:gd name="connsiteY0" fmla="*/ 203200 h 2209800"/>
              <a:gd name="connisteX1" fmla="*/ 203200 w 1524000"/>
              <a:gd name="connsiteY1" fmla="*/ 0 h 2209800"/>
              <a:gd name="connisteX2" fmla="*/ 1320800 w 1524000"/>
              <a:gd name="connsiteY2" fmla="*/ 0 h 2209800"/>
              <a:gd name="connisteX3" fmla="*/ 1524000 w 1524000"/>
              <a:gd name="connsiteY3" fmla="*/ 203200 h 2209800"/>
              <a:gd name="connisteX4" fmla="*/ 1524000 w 1524000"/>
              <a:gd name="connsiteY4" fmla="*/ 2006600 h 2209800"/>
              <a:gd name="connisteX5" fmla="*/ 1320800 w 1524000"/>
              <a:gd name="connsiteY5" fmla="*/ 2209800 h 2209800"/>
              <a:gd name="connisteX6" fmla="*/ 203200 w 1524000"/>
              <a:gd name="connsiteY6" fmla="*/ 2209800 h 2209800"/>
              <a:gd name="connisteX7" fmla="*/ 0 w 1524000"/>
              <a:gd name="connsiteY7" fmla="*/ 2006600 h 2209800"/>
              <a:gd name="connisteX8" fmla="*/ 0 w 152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11948160" y="4846320"/>
            <a:ext cx="1950720" cy="48768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7" hasCustomPrompt="1"/>
            <p:custDataLst>
              <p:tags r:id="rId20"/>
            </p:custDataLst>
          </p:nvPr>
        </p:nvSpPr>
        <p:spPr>
          <a:xfrm>
            <a:off x="11948160" y="5516880"/>
            <a:ext cx="1950720" cy="1828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内容配文_4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731520" y="640080"/>
            <a:ext cx="13167360" cy="73152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4" hasCustomPrompt="1"/>
            <p:custDataLst>
              <p:tags r:id="rId3"/>
            </p:custDataLst>
          </p:nvPr>
        </p:nvSpPr>
        <p:spPr>
          <a:xfrm>
            <a:off x="731520" y="1828800"/>
            <a:ext cx="3017520" cy="3535680"/>
          </a:xfrm>
          <a:custGeom>
            <a:avLst/>
            <a:gdLst>
              <a:gd name="connisteX0" fmla="*/ 0 w 2514600"/>
              <a:gd name="connsiteY0" fmla="*/ 203200 h 2946400"/>
              <a:gd name="connisteX1" fmla="*/ 203200 w 2514600"/>
              <a:gd name="connsiteY1" fmla="*/ 0 h 2946400"/>
              <a:gd name="connisteX2" fmla="*/ 2311400 w 2514600"/>
              <a:gd name="connsiteY2" fmla="*/ 0 h 2946400"/>
              <a:gd name="connisteX3" fmla="*/ 2514600 w 2514600"/>
              <a:gd name="connsiteY3" fmla="*/ 203200 h 2946400"/>
              <a:gd name="connisteX4" fmla="*/ 2514600 w 2514600"/>
              <a:gd name="connsiteY4" fmla="*/ 2743200 h 2946400"/>
              <a:gd name="connisteX5" fmla="*/ 2311400 w 2514600"/>
              <a:gd name="connsiteY5" fmla="*/ 2946400 h 2946400"/>
              <a:gd name="connisteX6" fmla="*/ 203200 w 2514600"/>
              <a:gd name="connsiteY6" fmla="*/ 2946400 h 2946400"/>
              <a:gd name="connisteX7" fmla="*/ 0 w 2514600"/>
              <a:gd name="connsiteY7" fmla="*/ 2743200 h 2946400"/>
              <a:gd name="connisteX8" fmla="*/ 0 w 25146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743200"/>
                </a:lnTo>
                <a:cubicBezTo>
                  <a:pt x="2514600" y="2855424"/>
                  <a:pt x="2423624" y="2946400"/>
                  <a:pt x="23114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731520" y="5730240"/>
            <a:ext cx="3017520" cy="48768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731520" y="6400800"/>
            <a:ext cx="3017520" cy="109728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内容占位符 9"/>
          <p:cNvSpPr>
            <a:spLocks noGrp="1"/>
          </p:cNvSpPr>
          <p:nvPr>
            <p:ph idx="16395" hasCustomPrompt="1"/>
            <p:custDataLst>
              <p:tags r:id="rId6"/>
            </p:custDataLst>
          </p:nvPr>
        </p:nvSpPr>
        <p:spPr>
          <a:xfrm>
            <a:off x="4114800" y="1828800"/>
            <a:ext cx="3017520" cy="3535680"/>
          </a:xfrm>
          <a:custGeom>
            <a:avLst/>
            <a:gdLst>
              <a:gd name="connisteX0" fmla="*/ 0 w 2514600"/>
              <a:gd name="connsiteY0" fmla="*/ 203200 h 2946400"/>
              <a:gd name="connisteX1" fmla="*/ 203200 w 2514600"/>
              <a:gd name="connsiteY1" fmla="*/ 0 h 2946400"/>
              <a:gd name="connisteX2" fmla="*/ 2311400 w 2514600"/>
              <a:gd name="connsiteY2" fmla="*/ 0 h 2946400"/>
              <a:gd name="connisteX3" fmla="*/ 2514600 w 2514600"/>
              <a:gd name="connsiteY3" fmla="*/ 203200 h 2946400"/>
              <a:gd name="connisteX4" fmla="*/ 2514600 w 2514600"/>
              <a:gd name="connsiteY4" fmla="*/ 2743200 h 2946400"/>
              <a:gd name="connisteX5" fmla="*/ 2311400 w 2514600"/>
              <a:gd name="connsiteY5" fmla="*/ 2946400 h 2946400"/>
              <a:gd name="connisteX6" fmla="*/ 203200 w 2514600"/>
              <a:gd name="connsiteY6" fmla="*/ 2946400 h 2946400"/>
              <a:gd name="connisteX7" fmla="*/ 0 w 2514600"/>
              <a:gd name="connsiteY7" fmla="*/ 2743200 h 2946400"/>
              <a:gd name="connisteX8" fmla="*/ 0 w 25146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743200"/>
                </a:lnTo>
                <a:cubicBezTo>
                  <a:pt x="2514600" y="2855424"/>
                  <a:pt x="2423624" y="2946400"/>
                  <a:pt x="23114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114800" y="5730240"/>
            <a:ext cx="3017520" cy="48768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114800" y="6400800"/>
            <a:ext cx="3017520" cy="109728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96" hasCustomPrompt="1"/>
            <p:custDataLst>
              <p:tags r:id="rId9"/>
            </p:custDataLst>
          </p:nvPr>
        </p:nvSpPr>
        <p:spPr>
          <a:xfrm>
            <a:off x="7498080" y="1828800"/>
            <a:ext cx="3017520" cy="3535680"/>
          </a:xfrm>
          <a:custGeom>
            <a:avLst/>
            <a:gdLst>
              <a:gd name="connisteX0" fmla="*/ 0 w 2514600"/>
              <a:gd name="connsiteY0" fmla="*/ 203200 h 2946400"/>
              <a:gd name="connisteX1" fmla="*/ 203200 w 2514600"/>
              <a:gd name="connsiteY1" fmla="*/ 0 h 2946400"/>
              <a:gd name="connisteX2" fmla="*/ 2311400 w 2514600"/>
              <a:gd name="connsiteY2" fmla="*/ 0 h 2946400"/>
              <a:gd name="connisteX3" fmla="*/ 2514600 w 2514600"/>
              <a:gd name="connsiteY3" fmla="*/ 203200 h 2946400"/>
              <a:gd name="connisteX4" fmla="*/ 2514600 w 2514600"/>
              <a:gd name="connsiteY4" fmla="*/ 2743200 h 2946400"/>
              <a:gd name="connisteX5" fmla="*/ 2311400 w 2514600"/>
              <a:gd name="connsiteY5" fmla="*/ 2946400 h 2946400"/>
              <a:gd name="connisteX6" fmla="*/ 203200 w 2514600"/>
              <a:gd name="connsiteY6" fmla="*/ 2946400 h 2946400"/>
              <a:gd name="connisteX7" fmla="*/ 0 w 2514600"/>
              <a:gd name="connsiteY7" fmla="*/ 2743200 h 2946400"/>
              <a:gd name="connisteX8" fmla="*/ 0 w 25146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743200"/>
                </a:lnTo>
                <a:cubicBezTo>
                  <a:pt x="2514600" y="2855424"/>
                  <a:pt x="2423624" y="2946400"/>
                  <a:pt x="23114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498080" y="5730240"/>
            <a:ext cx="3017520" cy="48768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7498080" y="6400800"/>
            <a:ext cx="3017520" cy="109728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内容占位符 15"/>
          <p:cNvSpPr>
            <a:spLocks noGrp="1"/>
          </p:cNvSpPr>
          <p:nvPr>
            <p:ph idx="16397" hasCustomPrompt="1"/>
            <p:custDataLst>
              <p:tags r:id="rId12"/>
            </p:custDataLst>
          </p:nvPr>
        </p:nvSpPr>
        <p:spPr>
          <a:xfrm>
            <a:off x="10881360" y="1828800"/>
            <a:ext cx="3017520" cy="3535680"/>
          </a:xfrm>
          <a:custGeom>
            <a:avLst/>
            <a:gdLst>
              <a:gd name="connisteX0" fmla="*/ 0 w 2514600"/>
              <a:gd name="connsiteY0" fmla="*/ 203200 h 2946400"/>
              <a:gd name="connisteX1" fmla="*/ 203200 w 2514600"/>
              <a:gd name="connsiteY1" fmla="*/ 0 h 2946400"/>
              <a:gd name="connisteX2" fmla="*/ 2311400 w 2514600"/>
              <a:gd name="connsiteY2" fmla="*/ 0 h 2946400"/>
              <a:gd name="connisteX3" fmla="*/ 2514600 w 2514600"/>
              <a:gd name="connsiteY3" fmla="*/ 203200 h 2946400"/>
              <a:gd name="connisteX4" fmla="*/ 2514600 w 2514600"/>
              <a:gd name="connsiteY4" fmla="*/ 2743200 h 2946400"/>
              <a:gd name="connisteX5" fmla="*/ 2311400 w 2514600"/>
              <a:gd name="connsiteY5" fmla="*/ 2946400 h 2946400"/>
              <a:gd name="connisteX6" fmla="*/ 203200 w 2514600"/>
              <a:gd name="connsiteY6" fmla="*/ 2946400 h 2946400"/>
              <a:gd name="connisteX7" fmla="*/ 0 w 2514600"/>
              <a:gd name="connsiteY7" fmla="*/ 2743200 h 2946400"/>
              <a:gd name="connisteX8" fmla="*/ 0 w 25146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743200"/>
                </a:lnTo>
                <a:cubicBezTo>
                  <a:pt x="2514600" y="2855424"/>
                  <a:pt x="2423624" y="2946400"/>
                  <a:pt x="23114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0881360" y="5730240"/>
            <a:ext cx="3017520" cy="48768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0881360" y="6400800"/>
            <a:ext cx="3017520" cy="109728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image" Target="../media/image7.png"/><Relationship Id="rId4" Type="http://schemas.openxmlformats.org/officeDocument/2006/relationships/tags" Target="../tags/tag42.xml"/><Relationship Id="rId3" Type="http://schemas.openxmlformats.org/officeDocument/2006/relationships/image" Target="../media/image6.png"/><Relationship Id="rId28" Type="http://schemas.openxmlformats.org/officeDocument/2006/relationships/notesSlide" Target="../notesSlides/notesSlide4.xml"/><Relationship Id="rId27" Type="http://schemas.openxmlformats.org/officeDocument/2006/relationships/slideLayout" Target="../slideLayouts/slideLayout5.xml"/><Relationship Id="rId26" Type="http://schemas.openxmlformats.org/officeDocument/2006/relationships/tags" Target="../tags/tag63.xml"/><Relationship Id="rId25" Type="http://schemas.openxmlformats.org/officeDocument/2006/relationships/tags" Target="../tags/tag62.xml"/><Relationship Id="rId24" Type="http://schemas.openxmlformats.org/officeDocument/2006/relationships/tags" Target="../tags/tag61.xml"/><Relationship Id="rId23" Type="http://schemas.openxmlformats.org/officeDocument/2006/relationships/tags" Target="../tags/tag60.xml"/><Relationship Id="rId22" Type="http://schemas.openxmlformats.org/officeDocument/2006/relationships/tags" Target="../tags/tag59.xml"/><Relationship Id="rId21" Type="http://schemas.openxmlformats.org/officeDocument/2006/relationships/tags" Target="../tags/tag58.xml"/><Relationship Id="rId20" Type="http://schemas.openxmlformats.org/officeDocument/2006/relationships/tags" Target="../tags/tag57.xml"/><Relationship Id="rId2" Type="http://schemas.openxmlformats.org/officeDocument/2006/relationships/tags" Target="../tags/tag41.xml"/><Relationship Id="rId19" Type="http://schemas.openxmlformats.org/officeDocument/2006/relationships/tags" Target="../tags/tag56.xml"/><Relationship Id="rId18" Type="http://schemas.openxmlformats.org/officeDocument/2006/relationships/tags" Target="../tags/tag55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4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5" Type="http://schemas.openxmlformats.org/officeDocument/2006/relationships/slideLayout" Target="../slideLayouts/slideLayout14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3422571"/>
            <a:ext cx="5701546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探索深海：哈达尔区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460200"/>
            <a:ext cx="76273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欢迎来到深海的神秘世界，我们将一同探索海洋最深处的哈达尔区。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3249216"/>
            <a:ext cx="5701546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什么是哈达尔区？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286845"/>
            <a:ext cx="7627382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哈达尔区，又称超深渊带，是海洋最深的部分，位于海沟内。其深度范围约为海平面以下6至11公里，存在于狭长的V形地形凹陷中。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692785" y="1670685"/>
            <a:ext cx="6444000" cy="1152000"/>
            <a:chOff x="1091" y="2631"/>
            <a:chExt cx="10048" cy="1776"/>
          </a:xfrm>
        </p:grpSpPr>
        <p:sp>
          <p:nvSpPr>
            <p:cNvPr id="3" name="Text 1"/>
            <p:cNvSpPr/>
            <p:nvPr/>
          </p:nvSpPr>
          <p:spPr>
            <a:xfrm>
              <a:off x="1091" y="2631"/>
              <a:ext cx="10049" cy="998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55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全球46个哈达尔栖息地的总面积不到海底的0.25%，但海沟却占海洋深度范围的40%以上。</a:t>
              </a:r>
              <a:endParaRPr lang="en-US" sz="155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1091" y="3909"/>
              <a:ext cx="10049" cy="49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55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大部分哈达尔栖息地位于太平洋，它是传统海洋分区中最深的部分。</a:t>
              </a:r>
              <a:endParaRPr lang="en-US" sz="1550" dirty="0"/>
            </a:p>
          </p:txBody>
        </p:sp>
      </p:grpSp>
      <p:sp>
        <p:nvSpPr>
          <p:cNvPr id="2" name="Text 0"/>
          <p:cNvSpPr/>
          <p:nvPr/>
        </p:nvSpPr>
        <p:spPr>
          <a:xfrm>
            <a:off x="692825" y="544354"/>
            <a:ext cx="5209580" cy="651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哈达尔区的独特之处</a:t>
            </a:r>
            <a:endParaRPr lang="en-US" sz="4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4279" y="1670764"/>
            <a:ext cx="6380917" cy="63809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40381"/>
            <a:ext cx="5701546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术语与定义</a:t>
            </a:r>
            <a:endParaRPr lang="en-US" sz="445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758309" y="2611279"/>
            <a:ext cx="6448544" cy="1968222"/>
          </a:xfrm>
          <a:prstGeom prst="roundRect">
            <a:avLst>
              <a:gd name="adj" fmla="val 7433"/>
            </a:avLst>
          </a:prstGeom>
          <a:solidFill>
            <a:srgbClr val="FFFFFF"/>
          </a:solidFill>
        </p:spPr>
      </p:sp>
      <p:pic>
        <p:nvPicPr>
          <p:cNvPr id="4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8309" y="2580799"/>
            <a:ext cx="6448544" cy="12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657540" y="2286357"/>
            <a:ext cx="649962" cy="649962"/>
          </a:xfrm>
          <a:prstGeom prst="rect">
            <a:avLst/>
          </a:prstGeom>
        </p:spPr>
      </p:pic>
      <p:sp>
        <p:nvSpPr>
          <p:cNvPr id="6" name="Text 2"/>
          <p:cNvSpPr/>
          <p:nvPr>
            <p:custDataLst>
              <p:tags r:id="rId6"/>
            </p:custDataLst>
          </p:nvPr>
        </p:nvSpPr>
        <p:spPr>
          <a:xfrm>
            <a:off x="3852565" y="2448878"/>
            <a:ext cx="259913" cy="324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3"/>
          <p:cNvSpPr/>
          <p:nvPr>
            <p:custDataLst>
              <p:tags r:id="rId7"/>
            </p:custDataLst>
          </p:nvPr>
        </p:nvSpPr>
        <p:spPr>
          <a:xfrm>
            <a:off x="1005364" y="3152894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历史演变</a:t>
            </a:r>
            <a:endParaRPr lang="en-US" sz="2200" dirty="0"/>
          </a:p>
        </p:txBody>
      </p:sp>
      <p:sp>
        <p:nvSpPr>
          <p:cNvPr id="8" name="Text 4"/>
          <p:cNvSpPr/>
          <p:nvPr>
            <p:custDataLst>
              <p:tags r:id="rId8"/>
            </p:custDataLst>
          </p:nvPr>
        </p:nvSpPr>
        <p:spPr>
          <a:xfrm>
            <a:off x="1005364" y="3639026"/>
            <a:ext cx="5954435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早期未与深渊区区分，曾被称为“超深渊”。</a:t>
            </a:r>
            <a:endParaRPr lang="en-US" sz="1700" dirty="0"/>
          </a:p>
        </p:txBody>
      </p:sp>
      <p:sp>
        <p:nvSpPr>
          <p:cNvPr id="9" name="Shape 5"/>
          <p:cNvSpPr/>
          <p:nvPr>
            <p:custDataLst>
              <p:tags r:id="rId9"/>
            </p:custDataLst>
          </p:nvPr>
        </p:nvSpPr>
        <p:spPr>
          <a:xfrm>
            <a:off x="7423428" y="2611279"/>
            <a:ext cx="6448663" cy="1968222"/>
          </a:xfrm>
          <a:prstGeom prst="roundRect">
            <a:avLst>
              <a:gd name="adj" fmla="val 7433"/>
            </a:avLst>
          </a:prstGeom>
          <a:solidFill>
            <a:srgbClr val="FFFFFF"/>
          </a:solidFill>
        </p:spPr>
      </p:sp>
      <p:pic>
        <p:nvPicPr>
          <p:cNvPr id="10" name="Image 2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23428" y="2580799"/>
            <a:ext cx="6448663" cy="12192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322778" y="2286357"/>
            <a:ext cx="649962" cy="649962"/>
          </a:xfrm>
          <a:prstGeom prst="rect">
            <a:avLst/>
          </a:prstGeom>
        </p:spPr>
      </p:pic>
      <p:sp>
        <p:nvSpPr>
          <p:cNvPr id="12" name="Text 6"/>
          <p:cNvSpPr/>
          <p:nvPr>
            <p:custDataLst>
              <p:tags r:id="rId12"/>
            </p:custDataLst>
          </p:nvPr>
        </p:nvSpPr>
        <p:spPr>
          <a:xfrm>
            <a:off x="10517803" y="2448878"/>
            <a:ext cx="259913" cy="324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7"/>
          <p:cNvSpPr/>
          <p:nvPr>
            <p:custDataLst>
              <p:tags r:id="rId13"/>
            </p:custDataLst>
          </p:nvPr>
        </p:nvSpPr>
        <p:spPr>
          <a:xfrm>
            <a:off x="7670483" y="3152894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独立发现</a:t>
            </a:r>
            <a:endParaRPr lang="en-US" sz="2200" dirty="0"/>
          </a:p>
        </p:txBody>
      </p:sp>
      <p:sp>
        <p:nvSpPr>
          <p:cNvPr id="14" name="Text 8"/>
          <p:cNvSpPr/>
          <p:nvPr>
            <p:custDataLst>
              <p:tags r:id="rId14"/>
            </p:custDataLst>
          </p:nvPr>
        </p:nvSpPr>
        <p:spPr>
          <a:xfrm>
            <a:off x="7670483" y="3639026"/>
            <a:ext cx="5954554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1950年代，丹麦和苏联探险队发现6000-7000米深处生命有明显变化。</a:t>
            </a:r>
            <a:endParaRPr lang="en-US" sz="1700" dirty="0"/>
          </a:p>
        </p:txBody>
      </p:sp>
      <p:sp>
        <p:nvSpPr>
          <p:cNvPr id="15" name="Shape 9"/>
          <p:cNvSpPr/>
          <p:nvPr>
            <p:custDataLst>
              <p:tags r:id="rId15"/>
            </p:custDataLst>
          </p:nvPr>
        </p:nvSpPr>
        <p:spPr>
          <a:xfrm>
            <a:off x="758309" y="5120997"/>
            <a:ext cx="6448544" cy="1968222"/>
          </a:xfrm>
          <a:prstGeom prst="roundRect">
            <a:avLst>
              <a:gd name="adj" fmla="val 7433"/>
            </a:avLst>
          </a:prstGeom>
          <a:solidFill>
            <a:srgbClr val="FFFFFF"/>
          </a:solidFill>
        </p:spPr>
      </p:sp>
      <p:pic>
        <p:nvPicPr>
          <p:cNvPr id="16" name="Image 4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8309" y="5090517"/>
            <a:ext cx="6448544" cy="121920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657540" y="4796076"/>
            <a:ext cx="649962" cy="649962"/>
          </a:xfrm>
          <a:prstGeom prst="rect">
            <a:avLst/>
          </a:prstGeom>
        </p:spPr>
      </p:pic>
      <p:sp>
        <p:nvSpPr>
          <p:cNvPr id="18" name="Text 10"/>
          <p:cNvSpPr/>
          <p:nvPr>
            <p:custDataLst>
              <p:tags r:id="rId18"/>
            </p:custDataLst>
          </p:nvPr>
        </p:nvSpPr>
        <p:spPr>
          <a:xfrm>
            <a:off x="3852565" y="4958596"/>
            <a:ext cx="259913" cy="324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1"/>
          <p:cNvSpPr/>
          <p:nvPr>
            <p:custDataLst>
              <p:tags r:id="rId19"/>
            </p:custDataLst>
          </p:nvPr>
        </p:nvSpPr>
        <p:spPr>
          <a:xfrm>
            <a:off x="1005364" y="5662613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“哈达尔”命名</a:t>
            </a:r>
            <a:endParaRPr lang="en-US" sz="2200" dirty="0"/>
          </a:p>
        </p:txBody>
      </p:sp>
      <p:sp>
        <p:nvSpPr>
          <p:cNvPr id="20" name="Text 12"/>
          <p:cNvSpPr/>
          <p:nvPr>
            <p:custDataLst>
              <p:tags r:id="rId20"/>
            </p:custDataLst>
          </p:nvPr>
        </p:nvSpPr>
        <p:spPr>
          <a:xfrm>
            <a:off x="1005364" y="6148745"/>
            <a:ext cx="5954435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1956年，Anton Frederik Bruun首次提出“哈达尔”一词，指代6000米以下海域。</a:t>
            </a:r>
            <a:endParaRPr lang="en-US" sz="1700" dirty="0"/>
          </a:p>
        </p:txBody>
      </p:sp>
      <p:sp>
        <p:nvSpPr>
          <p:cNvPr id="21" name="Shape 13"/>
          <p:cNvSpPr/>
          <p:nvPr>
            <p:custDataLst>
              <p:tags r:id="rId21"/>
            </p:custDataLst>
          </p:nvPr>
        </p:nvSpPr>
        <p:spPr>
          <a:xfrm>
            <a:off x="7423428" y="5120997"/>
            <a:ext cx="6448663" cy="1968222"/>
          </a:xfrm>
          <a:prstGeom prst="roundRect">
            <a:avLst>
              <a:gd name="adj" fmla="val 7433"/>
            </a:avLst>
          </a:prstGeom>
          <a:solidFill>
            <a:srgbClr val="FFFFFF"/>
          </a:solidFill>
        </p:spPr>
      </p:sp>
      <p:pic>
        <p:nvPicPr>
          <p:cNvPr id="22" name="Image 6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23428" y="5090517"/>
            <a:ext cx="6448663" cy="121920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322778" y="4796076"/>
            <a:ext cx="649962" cy="649962"/>
          </a:xfrm>
          <a:prstGeom prst="rect">
            <a:avLst/>
          </a:prstGeom>
        </p:spPr>
      </p:pic>
      <p:sp>
        <p:nvSpPr>
          <p:cNvPr id="24" name="Text 14"/>
          <p:cNvSpPr/>
          <p:nvPr>
            <p:custDataLst>
              <p:tags r:id="rId24"/>
            </p:custDataLst>
          </p:nvPr>
        </p:nvSpPr>
        <p:spPr>
          <a:xfrm>
            <a:off x="10517803" y="4958596"/>
            <a:ext cx="259913" cy="324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15"/>
          <p:cNvSpPr/>
          <p:nvPr>
            <p:custDataLst>
              <p:tags r:id="rId25"/>
            </p:custDataLst>
          </p:nvPr>
        </p:nvSpPr>
        <p:spPr>
          <a:xfrm>
            <a:off x="7670483" y="5662613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名称来源</a:t>
            </a:r>
            <a:endParaRPr lang="en-US" sz="2200" dirty="0"/>
          </a:p>
        </p:txBody>
      </p:sp>
      <p:sp>
        <p:nvSpPr>
          <p:cNvPr id="26" name="Text 16"/>
          <p:cNvSpPr/>
          <p:nvPr>
            <p:custDataLst>
              <p:tags r:id="rId26"/>
            </p:custDataLst>
          </p:nvPr>
        </p:nvSpPr>
        <p:spPr>
          <a:xfrm>
            <a:off x="7670483" y="6148745"/>
            <a:ext cx="5954554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“哈达尔”源自希腊神话中的冥界之神哈迪斯。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825" y="544354"/>
            <a:ext cx="5209580" cy="651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哈达尔区的边界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692825" y="1670685"/>
            <a:ext cx="6380917" cy="6334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深度超过6000米的海域通常位于海沟中，但并非所有海沟都属于哈达尔区。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2825" y="2482215"/>
            <a:ext cx="6380917" cy="6334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联合国教科文组织（UNESCO）将哈达尔区的下限定为6500米，以反映深渊区和哈达尔区之间的渐变。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4279" y="1715214"/>
            <a:ext cx="6380917" cy="63809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605921"/>
            <a:ext cx="5701546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哈达尔区的生物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751898"/>
            <a:ext cx="131137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哈达尔区的动物群可分为两类：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4342328"/>
            <a:ext cx="6448544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2504" y="4566523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哈达尔底栖物种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82504" y="5052655"/>
            <a:ext cx="6000155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生活在海沟底部或侧面。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23428" y="4342328"/>
            <a:ext cx="6448663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47623" y="4566523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哈达尔远洋物种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47623" y="5052655"/>
            <a:ext cx="6000274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生活在开放水域。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3249216"/>
            <a:ext cx="5701546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深海海沟的形成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286845"/>
            <a:ext cx="7627382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哈达尔区大部分位于深海海沟中。深海海沟是通过“俯冲”过程形成的，即地球的构造板块相互碰撞并挤压。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19363"/>
            <a:ext cx="5701546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哈达尔区的居民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1765340"/>
            <a:ext cx="3075384" cy="1900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3882628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长尾鳕 (6800m)</a:t>
            </a:r>
            <a:endParaRPr lang="en-US" sz="2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442" y="1765340"/>
            <a:ext cx="3075384" cy="19007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04442" y="3882628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石鳖 (6900m)</a:t>
            </a:r>
            <a:endParaRPr lang="en-US" sz="2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574" y="1765340"/>
            <a:ext cx="3075384" cy="190071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50574" y="3882628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栉水母 (7200m)</a:t>
            </a:r>
            <a:endParaRPr lang="en-US" sz="2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6707" y="1765340"/>
            <a:ext cx="3075384" cy="190071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796707" y="3882628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哈达尔狮子鱼 (8200m)</a:t>
            </a:r>
            <a:endParaRPr lang="en-US" sz="22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4780478"/>
            <a:ext cx="3075384" cy="190071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58309" y="6897767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鼬鳚 (8400m)</a:t>
            </a:r>
            <a:endParaRPr lang="en-US" sz="22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4442" y="4780478"/>
            <a:ext cx="3075384" cy="190071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104442" y="6897767"/>
            <a:ext cx="3075384" cy="712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哈达尔片脚类动物 (10300m)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标题 27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endParaRPr lang="zh-CN" altLang="en-US"/>
          </a:p>
        </p:txBody>
      </p:sp>
      <p:sp>
        <p:nvSpPr>
          <p:cNvPr id="29" name="内容占位符 28"/>
          <p:cNvSpPr>
            <a:spLocks noGrp="1"/>
          </p:cNvSpPr>
          <p:nvPr>
            <p:ph idx="1639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Autofit/>
          </a:bodyPr>
          <a:p>
            <a:endParaRPr lang="zh-CN" alt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Autofit/>
          </a:bodyPr>
          <a:p>
            <a:endParaRPr lang="zh-CN" altLang="en-US"/>
          </a:p>
        </p:txBody>
      </p:sp>
      <p:sp>
        <p:nvSpPr>
          <p:cNvPr id="32" name="内容占位符 31"/>
          <p:cNvSpPr>
            <a:spLocks noGrp="1"/>
          </p:cNvSpPr>
          <p:nvPr>
            <p:ph idx="16395"/>
            <p:custDataLst>
              <p:tags r:id="rId5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Autofit/>
          </a:bodyPr>
          <a:p>
            <a:endParaRPr lang="zh-CN" altLang="en-US"/>
          </a:p>
        </p:txBody>
      </p:sp>
      <p:sp>
        <p:nvSpPr>
          <p:cNvPr id="34" name="文本占位符 33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Autofit/>
          </a:bodyPr>
          <a:p>
            <a:endParaRPr lang="zh-CN" altLang="en-US"/>
          </a:p>
        </p:txBody>
      </p:sp>
      <p:sp>
        <p:nvSpPr>
          <p:cNvPr id="35" name="内容占位符 34"/>
          <p:cNvSpPr>
            <a:spLocks noGrp="1"/>
          </p:cNvSpPr>
          <p:nvPr>
            <p:ph idx="16396"/>
            <p:custDataLst>
              <p:tags r:id="rId8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6" name="文本占位符 35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Autofit/>
          </a:bodyPr>
          <a:p>
            <a:endParaRPr lang="zh-CN" altLang="en-US"/>
          </a:p>
        </p:txBody>
      </p:sp>
      <p:sp>
        <p:nvSpPr>
          <p:cNvPr id="37" name="文本占位符 36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Autofit/>
          </a:bodyPr>
          <a:p>
            <a:endParaRPr lang="zh-CN" altLang="en-US"/>
          </a:p>
        </p:txBody>
      </p:sp>
      <p:sp>
        <p:nvSpPr>
          <p:cNvPr id="38" name="内容占位符 37"/>
          <p:cNvSpPr>
            <a:spLocks noGrp="1"/>
          </p:cNvSpPr>
          <p:nvPr>
            <p:ph idx="16397"/>
            <p:custDataLst>
              <p:tags r:id="rId1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9" name="文本占位符 38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>
            <a:noAutofit/>
          </a:bodyPr>
          <a:p>
            <a:endParaRPr lang="zh-CN" altLang="en-US"/>
          </a:p>
        </p:txBody>
      </p:sp>
      <p:sp>
        <p:nvSpPr>
          <p:cNvPr id="40" name="文本占位符 39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>
            <a:noAutofit/>
          </a:bodyPr>
          <a:p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435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776668"/>
            <a:ext cx="5701546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挑战者深渊之旅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5814298"/>
            <a:ext cx="131137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1960年1月23日，雅克·皮卡德和唐·沃尔什乘坐“的里雅斯特”号潜水器，成功抵达马里亚纳海沟的挑战者深渊。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302193"/>
            <a:ext cx="5701546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人类的壮举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4098131"/>
            <a:ext cx="426291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4884" y="4531281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克服挑战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74884" y="5017413"/>
            <a:ext cx="3829764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潜水器在巨大压力下，窗户曾破裂，但他们坚持不懈。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183624" y="3773091"/>
            <a:ext cx="4263033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00199" y="4206240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生命奇迹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00199" y="4692372"/>
            <a:ext cx="3829883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即使在深不可测的深度，他们仍观察到生命迹象。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609058" y="3448169"/>
            <a:ext cx="4263033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5633" y="3881318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历史性成就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25633" y="4367451"/>
            <a:ext cx="3829883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经过4小时47分钟，他们成为首批抵达海洋最深处的人类。</a:t>
            </a:r>
            <a:endParaRPr lang="en-US" sz="17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f7b9b536354e472de7a08c826d53024f528999"/>
  <p:tag name="KSO_WM_NEWLAYOUT_ID" val="102"/>
</p:tagLst>
</file>

<file path=ppt/tags/tag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ff71ecf896f61326194747fa4eccd066e7263f8"/>
  <p:tag name="KSO_WM_NEWLAYOUT_ID" val="95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d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d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</p:tagLst>
</file>

<file path=ppt/tags/tag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6fcdbb45adff3a37b1ff91e0f2f34ab9701746c"/>
  <p:tag name="KSO_WM_NEWLAYOUT_ID" val="93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40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41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42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43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44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45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46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47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48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49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50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51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52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53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54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55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56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57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58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59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60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61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62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63.xml><?xml version="1.0" encoding="utf-8"?>
<p:tagLst xmlns:p="http://schemas.openxmlformats.org/presentationml/2006/main">
  <p:tag name="KSO_WM_DIAGRAM_VIRTUALLY_FRAME" val="{&quot;height&quot;:378.1781102362205,&quot;left&quot;:59.70937007874015,&quot;top&quot;:180.02811023622047,&quot;width&quot;:1032.5812598425196}"/>
</p:tagLst>
</file>

<file path=ppt/tags/tag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6fcdbb45adff3a37b1ff91e0f2f34ab9701746c"/>
  <p:tag name="KSO_WM_NEWLAYOUT_ID" val="93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77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SLIDE_ID" val="slide_bd70be994dfb37b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778</Words>
  <Application>WPS 演示</Application>
  <PresentationFormat>On-screen Show (16:9)</PresentationFormat>
  <Paragraphs>94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宋体</vt:lpstr>
      <vt:lpstr>Wingdings</vt:lpstr>
      <vt:lpstr>Barlow Bold</vt:lpstr>
      <vt:lpstr>g_comickoin_free-Reguler</vt:lpstr>
      <vt:lpstr>Barlow Bold</vt:lpstr>
      <vt:lpstr>Barlow Bold</vt:lpstr>
      <vt:lpstr>Montserrat</vt:lpstr>
      <vt:lpstr>Montserrat</vt:lpstr>
      <vt:lpstr>Montserrat</vt:lpstr>
      <vt:lpstr>Calibri</vt:lpstr>
      <vt:lpstr>微软雅黑</vt:lpstr>
      <vt:lpstr>Arial Unicode MS</vt:lpstr>
      <vt:lpstr>等线</vt:lpstr>
      <vt:lpstr>MingLiU-ExtB</vt:lpstr>
      <vt:lpstr>Calibri Light</vt:lpstr>
      <vt:lpstr>等线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萏望</cp:lastModifiedBy>
  <cp:revision>3</cp:revision>
  <dcterms:created xsi:type="dcterms:W3CDTF">2025-07-30T07:20:00Z</dcterms:created>
  <dcterms:modified xsi:type="dcterms:W3CDTF">2025-07-30T07:34:52Z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98AE01D359394E09B7A2EDB35646543C_12</vt:lpwstr>
  </property>
  <property fmtid="{D5CDD505-2E9C-101B-9397-08002B2CF9AE}" pid="3" name="KSOProductBuildVer">
    <vt:lpwstr>2052-12.1.0.21915</vt:lpwstr>
  </property>
</Properties>
</file>