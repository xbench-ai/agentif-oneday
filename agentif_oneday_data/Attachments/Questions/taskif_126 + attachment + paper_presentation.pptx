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hyperlink" Target="https://www.nature.com/articles/s41586-021-03819-2#:~:text=existing%20methods%20fall%20far%C2%A0short%20of,design%20of%20the%20deep%20learning" TargetMode="External"/><Relationship Id="rId4" Type="http://schemas.openxmlformats.org/officeDocument/2006/relationships/hyperlink" Target="https://www.nature.com/articles/s41586-021-03819-2#:~:text=In%20CASP14%2C%20AlphaFold%20structures%20were,AlphaFold%20is%20able%20to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hyperlink" Target="https://www.nature.com/articles/nature16961#:~:text=The%20game%20of%20Go%20has,at%20least%20a%20decade%20awa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AlphaFold: Highly Accurate Protein Structure Prediction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20" y="128016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463040"/>
            <a:ext cx="5212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 protein’s 3D structure from its amino acid sequence is a decades‑old challenge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057400"/>
            <a:ext cx="5212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novel neural‑network architecture (Evoformer) jointly embeds evolutionary and physical constraints, enabling end‑to‑end structure prediction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2651760"/>
            <a:ext cx="521208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computational method to routinely achieve atomic accuracy; validated at CASP14 with median backbone error 0.96 Å vs 2.8 Å for next best methods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AlphaGo: Mastering Go with Deep Neural Networks &amp; Tree Search</a:t>
            </a:r>
            <a:endParaRPr lang="en-US" sz="2400" dirty="0"/>
          </a:p>
        </p:txBody>
      </p:sp>
      <p:pic>
        <p:nvPicPr>
          <p:cNvPr id="3" name="Image 0" descr="/home/oai/share/cached_assets_used/go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463040"/>
            <a:ext cx="5212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has an enormous search space and is difficult to evaluate; long considered AI’s most challenging game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057400"/>
            <a:ext cx="5212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policy and value networks trained via supervised and reinforcement learning with Monte Carlo tree search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2651760"/>
            <a:ext cx="521208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alone match state‑of‑the‑art Go programs; combined search achieves 99.8% win rate against existing programs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computer program to defeat a human professional (5–0 vs European champion), a feat thought a decade away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2025-10-28T16:11:50Z</dcterms:created>
  <dcterms:modified xsi:type="dcterms:W3CDTF">2025-10-28T16:11:50Z</dcterms:modified>
</cp:coreProperties>
</file>