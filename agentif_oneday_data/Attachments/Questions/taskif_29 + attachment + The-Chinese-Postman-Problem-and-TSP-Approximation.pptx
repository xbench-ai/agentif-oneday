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Tomorrow" pitchFamily="2" charset="0"/>
      <p:regular r:id="rId12"/>
    </p:embeddedFont>
    <p:embeddedFont>
      <p:font typeface="Tomorrow Semi Bold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52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1731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1120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Chinese Postman Problem &amp; TSP Approximation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7770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Exploring the elegant connection between the Chinese Postman Problem and improved approximation algorithms for the Traveling Salesperson Problem.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8384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87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544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Topic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3559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Exploring the Chinese Postman Problem (CPP) and its application to TSP approximation.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2544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3835598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While TSP is NP-hard, CPP is solvable in polynomial time.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2928" y="476547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CPP techniques enhance TSP approximation algorithms.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872067" y="32544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Goals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2067" y="3835598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Understand CPP solution algorithms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872067" y="464069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Learn how CPP techniques lead to Christofides algorithm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72067" y="544580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Implement and test these algorithms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65440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Chinese Postman Problem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80190" y="2247424"/>
            <a:ext cx="7556421" cy="1176099"/>
          </a:xfrm>
          <a:prstGeom prst="roundRect">
            <a:avLst>
              <a:gd name="adj" fmla="val 2604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84263" y="245149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Problem Definition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84263" y="2892743"/>
            <a:ext cx="71482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Find a minimum cost closed walk that traverses every edge at least once.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80190" y="3627596"/>
            <a:ext cx="7556421" cy="1176099"/>
          </a:xfrm>
          <a:prstGeom prst="roundRect">
            <a:avLst>
              <a:gd name="adj" fmla="val 2604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84263" y="383166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Origin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84263" y="4272915"/>
            <a:ext cx="71482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Introduced by Chinese mathematician Kwan Mei-Ko in 1962.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80190" y="5007769"/>
            <a:ext cx="7556421" cy="1176099"/>
          </a:xfrm>
          <a:prstGeom prst="roundRect">
            <a:avLst>
              <a:gd name="adj" fmla="val 2604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84263" y="521184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Distinction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84263" y="5653088"/>
            <a:ext cx="71482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Unlike TSP, traverses all edges rather than vertices.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80190" y="6387941"/>
            <a:ext cx="7556421" cy="1176099"/>
          </a:xfrm>
          <a:prstGeom prst="roundRect">
            <a:avLst>
              <a:gd name="adj" fmla="val 2604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84263" y="65920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Complexity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84263" y="7033260"/>
            <a:ext cx="71482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Solvable in polynomial time, unlike TSP.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8782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CPP Solution Steps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16762"/>
            <a:ext cx="963930" cy="11568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50482" y="1909524"/>
            <a:ext cx="355187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Identify Odd-Degree Vertices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50482" y="2326362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Find all vertices with an odd number of incident edges.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873573"/>
            <a:ext cx="963930" cy="11568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50482" y="3066336"/>
            <a:ext cx="405276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Compute All-Pairs Shortest Paths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950482" y="3483173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Calculate shortest distances between all odd-degree vertex pairs.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030385"/>
            <a:ext cx="963930" cy="11568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50482" y="4223147"/>
            <a:ext cx="480333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Find Minimum Weight Perfect Matching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950482" y="4639985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Match odd-degree vertices to minimize total path distance.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87196"/>
            <a:ext cx="963930" cy="11568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50482" y="537995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Augment Graph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950482" y="5796796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Add copies of edges along shortest paths from matching.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344007"/>
            <a:ext cx="963930" cy="11568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50482" y="6536769"/>
            <a:ext cx="246316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Find Eulerian Circuit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950482" y="6953607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Find a tour traversing each edge exactly once.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71895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Traveling Salesperson Problem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93790" y="2453878"/>
            <a:ext cx="459224" cy="459224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287" y="2492097"/>
            <a:ext cx="306110" cy="3826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57087" y="252400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Problem Definition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457087" y="2965252"/>
            <a:ext cx="689312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Find shortest route visiting each city exactly once, returning to origin.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93790" y="3700224"/>
            <a:ext cx="459224" cy="459224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287" y="3738443"/>
            <a:ext cx="306110" cy="3826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57087" y="377035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Graph Formulation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457087" y="4211598"/>
            <a:ext cx="689312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Find minimum weight Hamiltonian cycle in complete weighted graph.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93790" y="4946571"/>
            <a:ext cx="459224" cy="459224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87" y="4984790"/>
            <a:ext cx="306110" cy="38266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57087" y="501669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Complexity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457087" y="5457944"/>
            <a:ext cx="6893123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NP-hard. Exact solutions are computationally infeasible for large instances.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793790" y="6519624"/>
            <a:ext cx="459224" cy="459224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287" y="6557843"/>
            <a:ext cx="306110" cy="38266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57087" y="658975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Metric TSP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1457087" y="7030998"/>
            <a:ext cx="689312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Variant where distances satisfy triangle inequality.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9373"/>
            <a:ext cx="4864418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Christofides Algorithm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303770" y="1571149"/>
            <a:ext cx="22860" cy="5958959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36425" y="1751052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23867" y="1571149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87625" y="1602998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38161" y="162960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Compute MST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93790" y="1997393"/>
            <a:ext cx="567082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Find a Minimum Spanning Tree of the graph.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83673" y="2771656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23867" y="2591753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87625" y="2623602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65783" y="2650212"/>
            <a:ext cx="313396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Identify Odd-Degree Vertices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165783" y="3017996"/>
            <a:ext cx="567082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Find vertices with odd degrees in the MST.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36425" y="3651409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23867" y="3471505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87625" y="3503355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51653" y="3529965"/>
            <a:ext cx="371296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Minimum Weight Perfect Matching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93790" y="3897749"/>
            <a:ext cx="567082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Match odd-degree vertices to minimize total edge weight.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83673" y="4531162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23867" y="4351258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87625" y="4383107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165783" y="440971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Combine Edges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165783" y="4777502"/>
            <a:ext cx="567082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Form multigraph from MST and matching edges.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36425" y="5410914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23867" y="5231011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87625" y="5262860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291251" y="5289471"/>
            <a:ext cx="217336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Find Eulerian Circuit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93790" y="5657255"/>
            <a:ext cx="567082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Construct tour traversing each edge once.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83673" y="6290667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23867" y="6110764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87625" y="6142613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165783" y="616922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Shortcut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165783" y="6537008"/>
            <a:ext cx="567082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Skip repeated vertices to create Hamiltonian cycle.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5557"/>
            <a:ext cx="5892046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Algorithm Comparison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569" y="4062413"/>
            <a:ext cx="7043023" cy="7043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55488" y="6048018"/>
            <a:ext cx="344448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27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569" y="4062413"/>
            <a:ext cx="7043023" cy="70430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2798" y="4727496"/>
            <a:ext cx="344448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27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3569" y="4062413"/>
            <a:ext cx="7043023" cy="70430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429988" y="6048018"/>
            <a:ext cx="344448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27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2700" dirty="0"/>
          </a:p>
        </p:txBody>
      </p:sp>
      <p:sp>
        <p:nvSpPr>
          <p:cNvPr id="9" name="Text 4"/>
          <p:cNvSpPr/>
          <p:nvPr/>
        </p:nvSpPr>
        <p:spPr>
          <a:xfrm>
            <a:off x="1216819" y="2748201"/>
            <a:ext cx="329731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MST-Doubling (2-approx)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1216819" y="3189446"/>
            <a:ext cx="329731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Compute MST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216819" y="3587591"/>
            <a:ext cx="329731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Double every edge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216819" y="3985736"/>
            <a:ext cx="329731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Find Eulerian circuit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216819" y="4383881"/>
            <a:ext cx="329731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Create shortcuts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654040" y="1691759"/>
            <a:ext cx="332208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Christofides (3/2-approx)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5545455" y="2133005"/>
            <a:ext cx="353925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Compute MST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545455" y="2531150"/>
            <a:ext cx="353925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Match odd-degree vertices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545455" y="2929295"/>
            <a:ext cx="353925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Combine MST and matching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545455" y="3327440"/>
            <a:ext cx="353925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Find Eulerian circuit and shortcut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0488811" y="361592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Improvement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9692997" y="4057174"/>
            <a:ext cx="414349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Matching adds less weight than doubling all MST edges.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8184"/>
            <a:ext cx="5679877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Implementation &amp; Results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579959"/>
            <a:ext cx="9782056" cy="54779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249239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Christofides provides significantly better approximation ratio (1.27) than MST-doubling (1.72) in practice.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5962"/>
            <a:ext cx="71824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Extensions &amp; Conclusion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188369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2804398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4151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Future Directions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57217" y="2905601"/>
            <a:ext cx="52292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Extensive testing, runtime analysis, visualization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187077" y="3508415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381" y="3551992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4006096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3778806"/>
            <a:ext cx="30780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Mixed &amp; Directed CPP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33304" y="4269224"/>
            <a:ext cx="51931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Extends concepts to graphs with directed edges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263164" y="4872038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4915614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773" y="5369719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1424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Connection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09272" y="5632847"/>
            <a:ext cx="53897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CPP techniques enable better TSP approximations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793790" y="647771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We've successfully implemented and analyzed algorithms connecting the polynomial-time Chinese Postman Problem to the NP-hard Traveling Salesperson Problem.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454</Words>
  <Application>Microsoft Macintosh PowerPoint</Application>
  <PresentationFormat>Custom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Tomorrow Semi Bold</vt:lpstr>
      <vt:lpstr>Arial</vt:lpstr>
      <vt:lpstr>Tomorrow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Jack Rao</cp:lastModifiedBy>
  <cp:revision>2</cp:revision>
  <dcterms:created xsi:type="dcterms:W3CDTF">2025-08-10T14:19:36Z</dcterms:created>
  <dcterms:modified xsi:type="dcterms:W3CDTF">2025-08-10T14:22:24Z</dcterms:modified>
</cp:coreProperties>
</file>